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9230DD-206D-486E-A6AF-D29809E02079}" v="5" dt="2026-04-18T20:27:38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07" autoAdjust="0"/>
    <p:restoredTop sz="94660"/>
  </p:normalViewPr>
  <p:slideViewPr>
    <p:cSldViewPr snapToGrid="0">
      <p:cViewPr>
        <p:scale>
          <a:sx n="100" d="100"/>
          <a:sy n="100" d="100"/>
        </p:scale>
        <p:origin x="3340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k, George W CIV USAF USAFA DF/DFEC" userId="1fb5875a-4594-4db2-80fb-f0db3de11280" providerId="ADAL" clId="{09330963-85FD-4C99-A81B-94D0EE5CFFEB}"/>
    <pc:docChg chg="undo custSel modSld">
      <pc:chgData name="York, George W CIV USAF USAFA DF/DFEC" userId="1fb5875a-4594-4db2-80fb-f0db3de11280" providerId="ADAL" clId="{09330963-85FD-4C99-A81B-94D0EE5CFFEB}" dt="2026-04-18T20:27:56.696" v="94" actId="14100"/>
      <pc:docMkLst>
        <pc:docMk/>
      </pc:docMkLst>
      <pc:sldChg chg="addSp delSp modSp mod">
        <pc:chgData name="York, George W CIV USAF USAFA DF/DFEC" userId="1fb5875a-4594-4db2-80fb-f0db3de11280" providerId="ADAL" clId="{09330963-85FD-4C99-A81B-94D0EE5CFFEB}" dt="2026-04-18T20:27:56.696" v="94" actId="14100"/>
        <pc:sldMkLst>
          <pc:docMk/>
          <pc:sldMk cId="1501170907" sldId="256"/>
        </pc:sldMkLst>
        <pc:spChg chg="mod">
          <ac:chgData name="York, George W CIV USAF USAFA DF/DFEC" userId="1fb5875a-4594-4db2-80fb-f0db3de11280" providerId="ADAL" clId="{09330963-85FD-4C99-A81B-94D0EE5CFFEB}" dt="2026-04-10T18:20:54.770" v="51" actId="14100"/>
          <ac:spMkLst>
            <pc:docMk/>
            <pc:sldMk cId="1501170907" sldId="256"/>
            <ac:spMk id="2" creationId="{6AB6AF60-D791-21FB-8A86-0D04258DAA85}"/>
          </ac:spMkLst>
        </pc:spChg>
        <pc:spChg chg="add mod">
          <ac:chgData name="York, George W CIV USAF USAFA DF/DFEC" userId="1fb5875a-4594-4db2-80fb-f0db3de11280" providerId="ADAL" clId="{09330963-85FD-4C99-A81B-94D0EE5CFFEB}" dt="2026-04-18T20:27:56.696" v="94" actId="14100"/>
          <ac:spMkLst>
            <pc:docMk/>
            <pc:sldMk cId="1501170907" sldId="256"/>
            <ac:spMk id="17" creationId="{DD23CE11-915B-B2E0-552F-137C75A7E9C7}"/>
          </ac:spMkLst>
        </pc:spChg>
        <pc:spChg chg="mod">
          <ac:chgData name="York, George W CIV USAF USAFA DF/DFEC" userId="1fb5875a-4594-4db2-80fb-f0db3de11280" providerId="ADAL" clId="{09330963-85FD-4C99-A81B-94D0EE5CFFEB}" dt="2026-04-10T18:19:53.616" v="45" actId="1076"/>
          <ac:spMkLst>
            <pc:docMk/>
            <pc:sldMk cId="1501170907" sldId="256"/>
            <ac:spMk id="38" creationId="{9DC00663-BEA1-F516-A24E-D1358A5FA8D3}"/>
          </ac:spMkLst>
        </pc:spChg>
        <pc:spChg chg="mod">
          <ac:chgData name="York, George W CIV USAF USAFA DF/DFEC" userId="1fb5875a-4594-4db2-80fb-f0db3de11280" providerId="ADAL" clId="{09330963-85FD-4C99-A81B-94D0EE5CFFEB}" dt="2026-04-10T18:19:53.616" v="45" actId="1076"/>
          <ac:spMkLst>
            <pc:docMk/>
            <pc:sldMk cId="1501170907" sldId="256"/>
            <ac:spMk id="39" creationId="{6174F677-2B47-463D-4071-9231A2EAA9DF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09" creationId="{7E4C1978-E959-3B8A-9B69-5A0570C1B433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10" creationId="{B99D9E74-E1B6-5F46-688D-FBFA65E6AF93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12" creationId="{42328FB6-6571-FA3C-8E81-028268A77042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13" creationId="{3468D653-D2DB-10F8-EB42-1EF2F69D462B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32" creationId="{84B6D813-B5DE-D1FC-AF80-525F92C8F7F8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33" creationId="{E46D487D-09B4-2769-C34D-554786351A6B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34" creationId="{B03E2FCB-F4FA-D322-14B8-FB5E1F9573B3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42" creationId="{5CF4424D-C27A-0FCF-199D-B10372DC54C3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45" creationId="{6F693865-D421-FB3F-F617-69C8DFB74DDA}"/>
          </ac:spMkLst>
        </pc:spChg>
        <pc:spChg chg="add mod">
          <ac:chgData name="York, George W CIV USAF USAFA DF/DFEC" userId="1fb5875a-4594-4db2-80fb-f0db3de11280" providerId="ADAL" clId="{09330963-85FD-4C99-A81B-94D0EE5CFFEB}" dt="2026-04-10T18:24:09.554" v="74" actId="1076"/>
          <ac:spMkLst>
            <pc:docMk/>
            <pc:sldMk cId="1501170907" sldId="256"/>
            <ac:spMk id="246" creationId="{3BA26EF9-D46A-45DC-70BA-21364891CB27}"/>
          </ac:spMkLst>
        </pc:spChg>
        <pc:cxnChg chg="add mod">
          <ac:chgData name="York, George W CIV USAF USAFA DF/DFEC" userId="1fb5875a-4594-4db2-80fb-f0db3de11280" providerId="ADAL" clId="{09330963-85FD-4C99-A81B-94D0EE5CFFEB}" dt="2026-04-18T20:27:30.523" v="76" actId="1076"/>
          <ac:cxnSpMkLst>
            <pc:docMk/>
            <pc:sldMk cId="1501170907" sldId="256"/>
            <ac:cxnSpMk id="12" creationId="{C104EDAA-FD8A-4089-C218-104118D04C57}"/>
          </ac:cxnSpMkLst>
        </pc:cxnChg>
        <pc:cxnChg chg="mod">
          <ac:chgData name="York, George W CIV USAF USAFA DF/DFEC" userId="1fb5875a-4594-4db2-80fb-f0db3de11280" providerId="ADAL" clId="{09330963-85FD-4C99-A81B-94D0EE5CFFEB}" dt="2026-04-10T18:19:53.616" v="45" actId="1076"/>
          <ac:cxnSpMkLst>
            <pc:docMk/>
            <pc:sldMk cId="1501170907" sldId="256"/>
            <ac:cxnSpMk id="28" creationId="{DBC59A37-4C55-8753-29C9-9D435BAD749A}"/>
          </ac:cxnSpMkLst>
        </pc:cxnChg>
        <pc:cxnChg chg="mod">
          <ac:chgData name="York, George W CIV USAF USAFA DF/DFEC" userId="1fb5875a-4594-4db2-80fb-f0db3de11280" providerId="ADAL" clId="{09330963-85FD-4C99-A81B-94D0EE5CFFEB}" dt="2026-04-10T18:20:48.258" v="50" actId="14100"/>
          <ac:cxnSpMkLst>
            <pc:docMk/>
            <pc:sldMk cId="1501170907" sldId="256"/>
            <ac:cxnSpMk id="54" creationId="{03324C20-C3D1-9AAB-5C0D-C6C15BD835FE}"/>
          </ac:cxnSpMkLst>
        </pc:cxnChg>
        <pc:cxnChg chg="mod">
          <ac:chgData name="York, George W CIV USAF USAFA DF/DFEC" userId="1fb5875a-4594-4db2-80fb-f0db3de11280" providerId="ADAL" clId="{09330963-85FD-4C99-A81B-94D0EE5CFFEB}" dt="2026-04-10T18:19:53.616" v="45" actId="1076"/>
          <ac:cxnSpMkLst>
            <pc:docMk/>
            <pc:sldMk cId="1501170907" sldId="256"/>
            <ac:cxnSpMk id="68" creationId="{35DADF49-4B1B-AC71-8C36-C35004BEE094}"/>
          </ac:cxnSpMkLst>
        </pc:cxnChg>
        <pc:cxnChg chg="mod">
          <ac:chgData name="York, George W CIV USAF USAFA DF/DFEC" userId="1fb5875a-4594-4db2-80fb-f0db3de11280" providerId="ADAL" clId="{09330963-85FD-4C99-A81B-94D0EE5CFFEB}" dt="2026-04-10T18:21:27.466" v="55" actId="14100"/>
          <ac:cxnSpMkLst>
            <pc:docMk/>
            <pc:sldMk cId="1501170907" sldId="256"/>
            <ac:cxnSpMk id="72" creationId="{3C0FD334-761D-D912-1D21-08670E1D2E8A}"/>
          </ac:cxnSpMkLst>
        </pc:cxnChg>
        <pc:cxnChg chg="mod">
          <ac:chgData name="York, George W CIV USAF USAFA DF/DFEC" userId="1fb5875a-4594-4db2-80fb-f0db3de11280" providerId="ADAL" clId="{09330963-85FD-4C99-A81B-94D0EE5CFFEB}" dt="2026-04-10T18:22:19.458" v="63" actId="1076"/>
          <ac:cxnSpMkLst>
            <pc:docMk/>
            <pc:sldMk cId="1501170907" sldId="256"/>
            <ac:cxnSpMk id="82" creationId="{821208F8-3FE0-AC1B-C80E-FD20D78B59DE}"/>
          </ac:cxnSpMkLst>
        </pc:cxnChg>
        <pc:cxnChg chg="mod">
          <ac:chgData name="York, George W CIV USAF USAFA DF/DFEC" userId="1fb5875a-4594-4db2-80fb-f0db3de11280" providerId="ADAL" clId="{09330963-85FD-4C99-A81B-94D0EE5CFFEB}" dt="2026-04-10T18:22:08.546" v="61" actId="14100"/>
          <ac:cxnSpMkLst>
            <pc:docMk/>
            <pc:sldMk cId="1501170907" sldId="256"/>
            <ac:cxnSpMk id="92" creationId="{780D872F-1646-C8B4-3D28-A065AE10E52A}"/>
          </ac:cxnSpMkLst>
        </pc:cxnChg>
        <pc:cxnChg chg="mod">
          <ac:chgData name="York, George W CIV USAF USAFA DF/DFEC" userId="1fb5875a-4594-4db2-80fb-f0db3de11280" providerId="ADAL" clId="{09330963-85FD-4C99-A81B-94D0EE5CFFEB}" dt="2026-04-10T18:23:32.536" v="69" actId="1076"/>
          <ac:cxnSpMkLst>
            <pc:docMk/>
            <pc:sldMk cId="1501170907" sldId="256"/>
            <ac:cxnSpMk id="223" creationId="{320A29EB-ABD9-7A97-166B-5F32289CDE2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538057" y="3099557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825240" y="82040"/>
            <a:ext cx="48104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Stage 4. RISC-V 5-cycle Pipeline Architecture</a:t>
            </a:r>
          </a:p>
          <a:p>
            <a:pPr algn="ctr"/>
            <a:r>
              <a:rPr lang="en-US" sz="1200" b="1" dirty="0"/>
              <a:t>Forwarding / Earlier Branch Decision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389615" y="591970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638258" y="1862975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561948" y="1862975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10069478" y="1862975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532490" y="3100279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510696" y="3409622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359409" y="2462605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1136475" y="3303944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1081369" y="351851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976172" y="330394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983880" y="3613287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988550" y="234583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921674" y="266577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181601" y="299400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978691" y="2868020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/>
          <p:nvPr/>
        </p:nvCxnSpPr>
        <p:spPr>
          <a:xfrm>
            <a:off x="1181601" y="256888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651248" y="2778289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806072" y="373575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9D7864-D93C-BF99-66FF-D2C4F2C00D63}"/>
              </a:ext>
            </a:extLst>
          </p:cNvPr>
          <p:cNvCxnSpPr>
            <a:cxnSpLocks/>
          </p:cNvCxnSpPr>
          <p:nvPr/>
        </p:nvCxnSpPr>
        <p:spPr>
          <a:xfrm>
            <a:off x="835472" y="3571106"/>
            <a:ext cx="298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/>
          <p:nvPr/>
        </p:nvCxnSpPr>
        <p:spPr>
          <a:xfrm>
            <a:off x="934575" y="2568884"/>
            <a:ext cx="0" cy="100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8974812-60ED-4172-D124-4A8113D87693}"/>
              </a:ext>
            </a:extLst>
          </p:cNvPr>
          <p:cNvCxnSpPr/>
          <p:nvPr/>
        </p:nvCxnSpPr>
        <p:spPr>
          <a:xfrm flipH="1">
            <a:off x="932949" y="2568884"/>
            <a:ext cx="248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/>
          <p:nvPr/>
        </p:nvCxnSpPr>
        <p:spPr>
          <a:xfrm>
            <a:off x="354682" y="357110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1077442" y="4916175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1115312" y="5130750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1995038" y="5834586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1917139" y="6012514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905315" y="538809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58AD97-7803-3315-AF03-8F40DF1BD335}"/>
              </a:ext>
            </a:extLst>
          </p:cNvPr>
          <p:cNvCxnSpPr/>
          <p:nvPr/>
        </p:nvCxnSpPr>
        <p:spPr>
          <a:xfrm>
            <a:off x="2298020" y="6246154"/>
            <a:ext cx="177808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1765164" y="6123892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279154" y="3735756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905315" y="4554736"/>
            <a:ext cx="0" cy="20677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>
            <a:cxnSpLocks/>
          </p:cNvCxnSpPr>
          <p:nvPr/>
        </p:nvCxnSpPr>
        <p:spPr>
          <a:xfrm>
            <a:off x="905315" y="4546715"/>
            <a:ext cx="1523560" cy="802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428875" y="3314775"/>
            <a:ext cx="0" cy="123996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630763" y="3068554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480618" y="3294127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472911" y="3507191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487232" y="3725539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476206" y="3947632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986471" y="3471617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979857" y="3734277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401834" y="3840955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428875" y="3409543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428875" y="3622607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428875" y="3840955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480618" y="4120669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215805" y="4063048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1086375" y="5986893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144694" y="6006780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908567" y="612511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1763837" y="6493351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1085048" y="6356352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143367" y="6376239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907240" y="6494575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619A53-5593-55CA-7ECB-A72DC2C2AB4D}"/>
              </a:ext>
            </a:extLst>
          </p:cNvPr>
          <p:cNvCxnSpPr/>
          <p:nvPr/>
        </p:nvCxnSpPr>
        <p:spPr>
          <a:xfrm flipH="1">
            <a:off x="1788420" y="5235512"/>
            <a:ext cx="77899" cy="12954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9A210-9B95-3371-FB33-95617722EA31}"/>
              </a:ext>
            </a:extLst>
          </p:cNvPr>
          <p:cNvSpPr txBox="1"/>
          <p:nvPr/>
        </p:nvSpPr>
        <p:spPr>
          <a:xfrm>
            <a:off x="1718361" y="5072038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949628" y="4792569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898868" y="4761566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454667" y="4968860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782224" y="5123002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782224" y="4120669"/>
            <a:ext cx="0" cy="1014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253592" y="3448149"/>
            <a:ext cx="292770" cy="637674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6075784" y="397954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>
            <a:off x="4401834" y="3571106"/>
            <a:ext cx="1433720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830434" y="3706261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993221" y="4113878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998123" y="4120669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815413" y="5096238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/>
          <p:nvPr/>
        </p:nvCxnSpPr>
        <p:spPr>
          <a:xfrm flipV="1">
            <a:off x="5947713" y="4178464"/>
            <a:ext cx="0" cy="17303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>
            <a:cxnSpLocks/>
          </p:cNvCxnSpPr>
          <p:nvPr/>
        </p:nvCxnSpPr>
        <p:spPr>
          <a:xfrm flipV="1">
            <a:off x="6410421" y="3965109"/>
            <a:ext cx="0" cy="58962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275527" y="2482125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257042" y="2459860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216828" y="2681168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802794" y="2662872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5029828" y="2810946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223884" y="2930053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Address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6794616" y="3040681"/>
            <a:ext cx="147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>
            <a:cxnSpLocks/>
          </p:cNvCxnSpPr>
          <p:nvPr/>
        </p:nvCxnSpPr>
        <p:spPr>
          <a:xfrm flipV="1">
            <a:off x="8645972" y="3307919"/>
            <a:ext cx="0" cy="19927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53FABC7-DD90-8352-C66A-7DFA23EE2633}"/>
              </a:ext>
            </a:extLst>
          </p:cNvPr>
          <p:cNvGrpSpPr/>
          <p:nvPr/>
        </p:nvGrpSpPr>
        <p:grpSpPr>
          <a:xfrm>
            <a:off x="4742886" y="2070125"/>
            <a:ext cx="234557" cy="870633"/>
            <a:chOff x="6175096" y="3854324"/>
            <a:chExt cx="144932" cy="375881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64F4C90-ABA8-4DDC-5808-F9A278B4E6F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FC64163-8C45-5848-AF36-721E2025DF54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3B09081B-A704-2107-897F-12A59ADE3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465FB0D5-90F0-B240-13F3-D73E3B74C1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428875" y="4120669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892328" y="5007586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516289" y="3111971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708420" y="3110771"/>
            <a:ext cx="306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wr</a:t>
            </a:r>
            <a:endParaRPr lang="en-US" sz="900" dirty="0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>
            <a:cxnSpLocks/>
          </p:cNvCxnSpPr>
          <p:nvPr/>
        </p:nvCxnSpPr>
        <p:spPr>
          <a:xfrm flipH="1" flipV="1">
            <a:off x="354682" y="1069536"/>
            <a:ext cx="4909081" cy="1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>
            <a:cxnSpLocks/>
          </p:cNvCxnSpPr>
          <p:nvPr/>
        </p:nvCxnSpPr>
        <p:spPr>
          <a:xfrm flipV="1">
            <a:off x="354682" y="1069536"/>
            <a:ext cx="0" cy="25015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1876BEE7-FDFC-0D31-7B67-CAA4ECA61CC2}"/>
              </a:ext>
            </a:extLst>
          </p:cNvPr>
          <p:cNvCxnSpPr>
            <a:cxnSpLocks/>
          </p:cNvCxnSpPr>
          <p:nvPr/>
        </p:nvCxnSpPr>
        <p:spPr>
          <a:xfrm>
            <a:off x="4978419" y="2517961"/>
            <a:ext cx="3012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1B7D252-CFD6-2A20-A0B7-01CB66AF15B1}"/>
              </a:ext>
            </a:extLst>
          </p:cNvPr>
          <p:cNvCxnSpPr>
            <a:cxnSpLocks/>
          </p:cNvCxnSpPr>
          <p:nvPr/>
        </p:nvCxnSpPr>
        <p:spPr>
          <a:xfrm>
            <a:off x="5283005" y="1069536"/>
            <a:ext cx="0" cy="14484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5029828" y="2788889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535195" y="3769045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6794616" y="2616997"/>
            <a:ext cx="0" cy="1223958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794616" y="3840955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859200" y="3267132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337877" y="3613287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767189" y="3425360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10060097" y="3306999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1094733" y="3714968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345163" y="2405503"/>
            <a:ext cx="0" cy="1207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157343" y="2778288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227543" y="1139190"/>
            <a:ext cx="0" cy="25950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215805" y="1127709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>
            <a:cxnSpLocks/>
          </p:cNvCxnSpPr>
          <p:nvPr/>
        </p:nvCxnSpPr>
        <p:spPr>
          <a:xfrm flipV="1">
            <a:off x="3215805" y="1127760"/>
            <a:ext cx="0" cy="29352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C76199D9-440A-9194-BCF0-9A2E6EDE070C}"/>
              </a:ext>
            </a:extLst>
          </p:cNvPr>
          <p:cNvCxnSpPr/>
          <p:nvPr/>
        </p:nvCxnSpPr>
        <p:spPr>
          <a:xfrm>
            <a:off x="2299683" y="277828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208561" y="3286511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6AF60-D791-21FB-8A86-0D04258DAA85}"/>
              </a:ext>
            </a:extLst>
          </p:cNvPr>
          <p:cNvSpPr/>
          <p:nvPr/>
        </p:nvSpPr>
        <p:spPr>
          <a:xfrm>
            <a:off x="5446395" y="1862975"/>
            <a:ext cx="107644" cy="34603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B474B-DE86-EFAF-1F7B-17DC4F663F21}"/>
              </a:ext>
            </a:extLst>
          </p:cNvPr>
          <p:cNvSpPr/>
          <p:nvPr/>
        </p:nvSpPr>
        <p:spPr>
          <a:xfrm>
            <a:off x="7475099" y="1862975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DE79B-19DD-529A-5879-5E22D4125189}"/>
              </a:ext>
            </a:extLst>
          </p:cNvPr>
          <p:cNvSpPr/>
          <p:nvPr/>
        </p:nvSpPr>
        <p:spPr>
          <a:xfrm>
            <a:off x="10007220" y="1862975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85F51-CDCF-DFC4-A78B-5B79381B7901}"/>
              </a:ext>
            </a:extLst>
          </p:cNvPr>
          <p:cNvSpPr txBox="1"/>
          <p:nvPr/>
        </p:nvSpPr>
        <p:spPr>
          <a:xfrm>
            <a:off x="2391725" y="1595367"/>
            <a:ext cx="521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IF_ID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8595C-A8B4-EC1A-CEC5-C3F6C12A297B}"/>
              </a:ext>
            </a:extLst>
          </p:cNvPr>
          <p:cNvSpPr txBox="1"/>
          <p:nvPr/>
        </p:nvSpPr>
        <p:spPr>
          <a:xfrm>
            <a:off x="5233848" y="1616519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ID_EX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4A068-9364-EA34-27D3-B5352516ABEB}"/>
              </a:ext>
            </a:extLst>
          </p:cNvPr>
          <p:cNvSpPr txBox="1"/>
          <p:nvPr/>
        </p:nvSpPr>
        <p:spPr>
          <a:xfrm>
            <a:off x="7161597" y="1609434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EX_MEM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6CC08-2328-4CAE-36E1-B6668E8E0A0B}"/>
              </a:ext>
            </a:extLst>
          </p:cNvPr>
          <p:cNvSpPr txBox="1"/>
          <p:nvPr/>
        </p:nvSpPr>
        <p:spPr>
          <a:xfrm>
            <a:off x="9669913" y="1599530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MEM_WB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009FE0-7787-A3EB-6282-7D22C75D2C48}"/>
              </a:ext>
            </a:extLst>
          </p:cNvPr>
          <p:cNvSpPr/>
          <p:nvPr/>
        </p:nvSpPr>
        <p:spPr>
          <a:xfrm>
            <a:off x="2601370" y="1852437"/>
            <a:ext cx="142681" cy="36004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C59A37-4C55-8753-29C9-9D435BAD749A}"/>
              </a:ext>
            </a:extLst>
          </p:cNvPr>
          <p:cNvCxnSpPr>
            <a:cxnSpLocks/>
          </p:cNvCxnSpPr>
          <p:nvPr/>
        </p:nvCxnSpPr>
        <p:spPr>
          <a:xfrm>
            <a:off x="7149970" y="5022889"/>
            <a:ext cx="5742" cy="60705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DC00663-BEA1-F516-A24E-D1358A5FA8D3}"/>
              </a:ext>
            </a:extLst>
          </p:cNvPr>
          <p:cNvSpPr/>
          <p:nvPr/>
        </p:nvSpPr>
        <p:spPr>
          <a:xfrm>
            <a:off x="6228280" y="4957339"/>
            <a:ext cx="678789" cy="4847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74F677-2B47-463D-4071-9231A2EAA9DF}"/>
              </a:ext>
            </a:extLst>
          </p:cNvPr>
          <p:cNvSpPr txBox="1"/>
          <p:nvPr/>
        </p:nvSpPr>
        <p:spPr>
          <a:xfrm>
            <a:off x="6236908" y="4977226"/>
            <a:ext cx="643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Forward</a:t>
            </a:r>
          </a:p>
          <a:p>
            <a:pPr algn="ctr"/>
            <a:r>
              <a:rPr lang="en-US" sz="1000" dirty="0"/>
              <a:t>Unit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3324C20-C3D1-9AAB-5C0D-C6C15BD835FE}"/>
              </a:ext>
            </a:extLst>
          </p:cNvPr>
          <p:cNvCxnSpPr>
            <a:cxnSpLocks/>
          </p:cNvCxnSpPr>
          <p:nvPr/>
        </p:nvCxnSpPr>
        <p:spPr>
          <a:xfrm>
            <a:off x="5567516" y="5027975"/>
            <a:ext cx="6693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5DADF49-4B1B-AC71-8C36-C35004BEE094}"/>
              </a:ext>
            </a:extLst>
          </p:cNvPr>
          <p:cNvCxnSpPr>
            <a:cxnSpLocks/>
          </p:cNvCxnSpPr>
          <p:nvPr/>
        </p:nvCxnSpPr>
        <p:spPr>
          <a:xfrm>
            <a:off x="5901832" y="5193796"/>
            <a:ext cx="3350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C0FD334-761D-D912-1D21-08670E1D2E8A}"/>
              </a:ext>
            </a:extLst>
          </p:cNvPr>
          <p:cNvCxnSpPr>
            <a:cxnSpLocks/>
          </p:cNvCxnSpPr>
          <p:nvPr/>
        </p:nvCxnSpPr>
        <p:spPr>
          <a:xfrm>
            <a:off x="2752997" y="5350205"/>
            <a:ext cx="34812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21208F8-3FE0-AC1B-C80E-FD20D78B59DE}"/>
              </a:ext>
            </a:extLst>
          </p:cNvPr>
          <p:cNvCxnSpPr>
            <a:cxnSpLocks/>
          </p:cNvCxnSpPr>
          <p:nvPr/>
        </p:nvCxnSpPr>
        <p:spPr>
          <a:xfrm>
            <a:off x="5885190" y="4761566"/>
            <a:ext cx="41217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80D872F-1646-C8B4-3D28-A065AE10E52A}"/>
              </a:ext>
            </a:extLst>
          </p:cNvPr>
          <p:cNvCxnSpPr>
            <a:cxnSpLocks/>
          </p:cNvCxnSpPr>
          <p:nvPr/>
        </p:nvCxnSpPr>
        <p:spPr>
          <a:xfrm>
            <a:off x="5902908" y="4762568"/>
            <a:ext cx="0" cy="437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1C911C3-06B1-BA27-0E72-8513B7FA953C}"/>
              </a:ext>
            </a:extLst>
          </p:cNvPr>
          <p:cNvGrpSpPr/>
          <p:nvPr/>
        </p:nvGrpSpPr>
        <p:grpSpPr>
          <a:xfrm>
            <a:off x="5830434" y="2831816"/>
            <a:ext cx="234557" cy="870633"/>
            <a:chOff x="6175096" y="3854324"/>
            <a:chExt cx="144932" cy="375881"/>
          </a:xfrm>
        </p:grpSpPr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5E9EAA92-B7C4-DD4B-50B7-50393C26597E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9A305E6-83B9-53CB-E1E6-ED7E1376DC87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020A6F3B-4AFC-D39D-EB32-07F264CE6C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4A1E492F-FDFD-873C-401A-ED664BFB16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4CB413E-FC95-91DD-71A9-E415E9DA0C6F}"/>
              </a:ext>
            </a:extLst>
          </p:cNvPr>
          <p:cNvCxnSpPr>
            <a:cxnSpLocks/>
          </p:cNvCxnSpPr>
          <p:nvPr/>
        </p:nvCxnSpPr>
        <p:spPr>
          <a:xfrm>
            <a:off x="5621061" y="3189385"/>
            <a:ext cx="207247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37C14550-6462-0A41-3B27-18A6907D7904}"/>
              </a:ext>
            </a:extLst>
          </p:cNvPr>
          <p:cNvCxnSpPr>
            <a:cxnSpLocks/>
          </p:cNvCxnSpPr>
          <p:nvPr/>
        </p:nvCxnSpPr>
        <p:spPr>
          <a:xfrm>
            <a:off x="5947713" y="2194560"/>
            <a:ext cx="0" cy="73251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2EF4D9E-D764-5247-28FB-BAE945716B98}"/>
              </a:ext>
            </a:extLst>
          </p:cNvPr>
          <p:cNvCxnSpPr>
            <a:cxnSpLocks/>
          </p:cNvCxnSpPr>
          <p:nvPr/>
        </p:nvCxnSpPr>
        <p:spPr>
          <a:xfrm>
            <a:off x="6069777" y="3294127"/>
            <a:ext cx="89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5DF69978-CC37-5610-DC69-A84154C64107}"/>
              </a:ext>
            </a:extLst>
          </p:cNvPr>
          <p:cNvCxnSpPr>
            <a:cxnSpLocks/>
          </p:cNvCxnSpPr>
          <p:nvPr/>
        </p:nvCxnSpPr>
        <p:spPr>
          <a:xfrm flipV="1">
            <a:off x="5734007" y="2991130"/>
            <a:ext cx="100338" cy="249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4F69D383-57D0-7010-D975-FB7C130FA504}"/>
              </a:ext>
            </a:extLst>
          </p:cNvPr>
          <p:cNvCxnSpPr>
            <a:cxnSpLocks/>
          </p:cNvCxnSpPr>
          <p:nvPr/>
        </p:nvCxnSpPr>
        <p:spPr>
          <a:xfrm flipV="1">
            <a:off x="6157677" y="3571106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2BA7206-C813-3D1D-EF15-085AE42D06BA}"/>
              </a:ext>
            </a:extLst>
          </p:cNvPr>
          <p:cNvCxnSpPr>
            <a:cxnSpLocks/>
          </p:cNvCxnSpPr>
          <p:nvPr/>
        </p:nvCxnSpPr>
        <p:spPr>
          <a:xfrm flipV="1">
            <a:off x="6151245" y="3294127"/>
            <a:ext cx="0" cy="2769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72E4A58B-D113-DF30-6FDE-AF16B5A0FA9E}"/>
              </a:ext>
            </a:extLst>
          </p:cNvPr>
          <p:cNvCxnSpPr>
            <a:cxnSpLocks/>
          </p:cNvCxnSpPr>
          <p:nvPr/>
        </p:nvCxnSpPr>
        <p:spPr>
          <a:xfrm flipV="1">
            <a:off x="5736920" y="339169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F7769E95-3C9A-A1D0-7BAA-ED25D87EE1E8}"/>
              </a:ext>
            </a:extLst>
          </p:cNvPr>
          <p:cNvSpPr txBox="1"/>
          <p:nvPr/>
        </p:nvSpPr>
        <p:spPr>
          <a:xfrm>
            <a:off x="5029828" y="3273334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BF847ED-3744-0969-7E11-0755B86A5CDF}"/>
              </a:ext>
            </a:extLst>
          </p:cNvPr>
          <p:cNvCxnSpPr/>
          <p:nvPr/>
        </p:nvCxnSpPr>
        <p:spPr>
          <a:xfrm flipH="1">
            <a:off x="5736066" y="2617769"/>
            <a:ext cx="105790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C9DB0418-00F7-DDD7-D7E7-F4610D3EEFA6}"/>
              </a:ext>
            </a:extLst>
          </p:cNvPr>
          <p:cNvCxnSpPr>
            <a:cxnSpLocks/>
          </p:cNvCxnSpPr>
          <p:nvPr/>
        </p:nvCxnSpPr>
        <p:spPr>
          <a:xfrm>
            <a:off x="5732729" y="2611094"/>
            <a:ext cx="0" cy="382906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DB22DC2B-CF41-92F4-F2B9-B6F10DE0EAE2}"/>
              </a:ext>
            </a:extLst>
          </p:cNvPr>
          <p:cNvCxnSpPr/>
          <p:nvPr/>
        </p:nvCxnSpPr>
        <p:spPr>
          <a:xfrm flipH="1">
            <a:off x="5645961" y="2404186"/>
            <a:ext cx="369764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54030FC-7D6A-E850-3E7A-0A74E2624E38}"/>
              </a:ext>
            </a:extLst>
          </p:cNvPr>
          <p:cNvCxnSpPr/>
          <p:nvPr/>
        </p:nvCxnSpPr>
        <p:spPr>
          <a:xfrm flipV="1">
            <a:off x="5649298" y="2417535"/>
            <a:ext cx="0" cy="774129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6FDD443-491D-B8C9-0359-814E397D9C25}"/>
              </a:ext>
            </a:extLst>
          </p:cNvPr>
          <p:cNvCxnSpPr/>
          <p:nvPr/>
        </p:nvCxnSpPr>
        <p:spPr>
          <a:xfrm>
            <a:off x="3359244" y="4252509"/>
            <a:ext cx="177808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4ED870C-7DDD-18C7-6A4F-0D2CDF59EA50}"/>
              </a:ext>
            </a:extLst>
          </p:cNvPr>
          <p:cNvCxnSpPr>
            <a:cxnSpLocks/>
          </p:cNvCxnSpPr>
          <p:nvPr/>
        </p:nvCxnSpPr>
        <p:spPr>
          <a:xfrm>
            <a:off x="4372527" y="2421549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1CFDDD6-C726-691B-9CA9-125BE7E5CADA}"/>
              </a:ext>
            </a:extLst>
          </p:cNvPr>
          <p:cNvSpPr txBox="1"/>
          <p:nvPr/>
        </p:nvSpPr>
        <p:spPr>
          <a:xfrm>
            <a:off x="3187268" y="1880504"/>
            <a:ext cx="6335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if_id_npc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5FAFD36-E7BE-8A22-0C52-FA46F61778F0}"/>
              </a:ext>
            </a:extLst>
          </p:cNvPr>
          <p:cNvSpPr txBox="1"/>
          <p:nvPr/>
        </p:nvSpPr>
        <p:spPr>
          <a:xfrm>
            <a:off x="3167536" y="2297053"/>
            <a:ext cx="6671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if_id_imm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C3290510-9088-6A3E-5DFA-AEBEB6FBD1A1}"/>
              </a:ext>
            </a:extLst>
          </p:cNvPr>
          <p:cNvCxnSpPr>
            <a:cxnSpLocks/>
          </p:cNvCxnSpPr>
          <p:nvPr/>
        </p:nvCxnSpPr>
        <p:spPr>
          <a:xfrm flipV="1">
            <a:off x="4656723" y="2579639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0D9A6022-1D6D-F3DA-CC84-317FF5FD6666}"/>
              </a:ext>
            </a:extLst>
          </p:cNvPr>
          <p:cNvSpPr txBox="1"/>
          <p:nvPr/>
        </p:nvSpPr>
        <p:spPr>
          <a:xfrm>
            <a:off x="4334630" y="2461304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B5AEF34-ADB3-754B-DE80-ABD4D3F0450B}"/>
              </a:ext>
            </a:extLst>
          </p:cNvPr>
          <p:cNvGrpSpPr/>
          <p:nvPr/>
        </p:nvGrpSpPr>
        <p:grpSpPr>
          <a:xfrm>
            <a:off x="3849394" y="1970747"/>
            <a:ext cx="292770" cy="637674"/>
            <a:chOff x="1074820" y="1507958"/>
            <a:chExt cx="292770" cy="637674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CDC5C6D-A82B-99F5-6FC5-EEDD54CCF190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A4EF0649-3BED-33BA-DD96-FB9FA511E98C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388C33F-5E4F-4884-089C-DF42CBAA3E4C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35B5BAB-BBDC-4A8E-3A36-97A6349BBE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45C3381F-390D-C2F3-E51B-5BEF92543E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865DD84B-4F29-10E5-2D86-6E2018D046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8DAAB301-BA98-4D82-23E6-354878570163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526219D0-7A62-A14B-B0E1-B1C20BB4E6B6}"/>
              </a:ext>
            </a:extLst>
          </p:cNvPr>
          <p:cNvCxnSpPr>
            <a:cxnSpLocks/>
          </p:cNvCxnSpPr>
          <p:nvPr/>
        </p:nvCxnSpPr>
        <p:spPr>
          <a:xfrm>
            <a:off x="2757013" y="2502142"/>
            <a:ext cx="1092381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3CA6134-70D5-34FA-00BD-59378BC13DD1}"/>
              </a:ext>
            </a:extLst>
          </p:cNvPr>
          <p:cNvCxnSpPr>
            <a:cxnSpLocks/>
          </p:cNvCxnSpPr>
          <p:nvPr/>
        </p:nvCxnSpPr>
        <p:spPr>
          <a:xfrm>
            <a:off x="2751488" y="2077026"/>
            <a:ext cx="1097906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58EBC1B8-4825-3984-18AF-440ADACF2ABF}"/>
              </a:ext>
            </a:extLst>
          </p:cNvPr>
          <p:cNvSpPr txBox="1"/>
          <p:nvPr/>
        </p:nvSpPr>
        <p:spPr>
          <a:xfrm>
            <a:off x="3884231" y="2175559"/>
            <a:ext cx="351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“+”</a:t>
            </a: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0D200FF7-E333-ACB1-85A2-D9AC30E6FCDF}"/>
              </a:ext>
            </a:extLst>
          </p:cNvPr>
          <p:cNvCxnSpPr>
            <a:cxnSpLocks/>
          </p:cNvCxnSpPr>
          <p:nvPr/>
        </p:nvCxnSpPr>
        <p:spPr>
          <a:xfrm flipV="1">
            <a:off x="4634375" y="2755109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0E85AB3B-858D-5BF6-ED0E-B3C0624C86F7}"/>
              </a:ext>
            </a:extLst>
          </p:cNvPr>
          <p:cNvSpPr txBox="1"/>
          <p:nvPr/>
        </p:nvSpPr>
        <p:spPr>
          <a:xfrm>
            <a:off x="4379586" y="2641578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663EF25C-11FE-91FB-6359-867A30C024D1}"/>
              </a:ext>
            </a:extLst>
          </p:cNvPr>
          <p:cNvCxnSpPr>
            <a:cxnSpLocks/>
          </p:cNvCxnSpPr>
          <p:nvPr/>
        </p:nvCxnSpPr>
        <p:spPr>
          <a:xfrm>
            <a:off x="4372527" y="2207613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C4DF3196-3785-A9E7-1F1B-2A6EE6375854}"/>
              </a:ext>
            </a:extLst>
          </p:cNvPr>
          <p:cNvCxnSpPr>
            <a:cxnSpLocks/>
          </p:cNvCxnSpPr>
          <p:nvPr/>
        </p:nvCxnSpPr>
        <p:spPr>
          <a:xfrm>
            <a:off x="4372527" y="2207613"/>
            <a:ext cx="0" cy="21393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E418A0F2-C32C-CA49-AA0F-30FCCCAA2766}"/>
              </a:ext>
            </a:extLst>
          </p:cNvPr>
          <p:cNvCxnSpPr>
            <a:cxnSpLocks/>
          </p:cNvCxnSpPr>
          <p:nvPr/>
        </p:nvCxnSpPr>
        <p:spPr>
          <a:xfrm>
            <a:off x="4139842" y="2315754"/>
            <a:ext cx="232685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C55C5F-A294-A543-9E3E-E324A93D8CA8}"/>
              </a:ext>
            </a:extLst>
          </p:cNvPr>
          <p:cNvCxnSpPr>
            <a:cxnSpLocks/>
          </p:cNvCxnSpPr>
          <p:nvPr/>
        </p:nvCxnSpPr>
        <p:spPr>
          <a:xfrm flipV="1">
            <a:off x="10969389" y="4063048"/>
            <a:ext cx="0" cy="14375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CC19F9B-6EDF-6B64-E3B0-E660B8C52E68}"/>
              </a:ext>
            </a:extLst>
          </p:cNvPr>
          <p:cNvCxnSpPr>
            <a:cxnSpLocks/>
          </p:cNvCxnSpPr>
          <p:nvPr/>
        </p:nvCxnSpPr>
        <p:spPr>
          <a:xfrm flipH="1">
            <a:off x="10137220" y="4404783"/>
            <a:ext cx="1191180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7766FF-137E-CFC5-F36B-18899A589011}"/>
              </a:ext>
            </a:extLst>
          </p:cNvPr>
          <p:cNvCxnSpPr>
            <a:cxnSpLocks/>
          </p:cNvCxnSpPr>
          <p:nvPr/>
        </p:nvCxnSpPr>
        <p:spPr>
          <a:xfrm flipH="1">
            <a:off x="5894187" y="2482125"/>
            <a:ext cx="107051" cy="69157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ABE6E774-8C9B-4489-D948-65607F2E188A}"/>
              </a:ext>
            </a:extLst>
          </p:cNvPr>
          <p:cNvCxnSpPr>
            <a:cxnSpLocks/>
          </p:cNvCxnSpPr>
          <p:nvPr/>
        </p:nvCxnSpPr>
        <p:spPr>
          <a:xfrm flipV="1">
            <a:off x="4871195" y="2834512"/>
            <a:ext cx="0" cy="20151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F6ECA4E6-7E3F-9AE7-DC4A-642870838647}"/>
              </a:ext>
            </a:extLst>
          </p:cNvPr>
          <p:cNvCxnSpPr>
            <a:cxnSpLocks/>
          </p:cNvCxnSpPr>
          <p:nvPr/>
        </p:nvCxnSpPr>
        <p:spPr>
          <a:xfrm>
            <a:off x="4684583" y="1275167"/>
            <a:ext cx="0" cy="13789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CD28274F-92E6-F852-6391-A717240DE2DF}"/>
              </a:ext>
            </a:extLst>
          </p:cNvPr>
          <p:cNvSpPr txBox="1"/>
          <p:nvPr/>
        </p:nvSpPr>
        <p:spPr>
          <a:xfrm>
            <a:off x="5542885" y="1275911"/>
            <a:ext cx="11544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ex_mem_alu_result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FC45EE7-792B-F72E-2C03-735BF8B795D9}"/>
              </a:ext>
            </a:extLst>
          </p:cNvPr>
          <p:cNvCxnSpPr>
            <a:cxnSpLocks/>
          </p:cNvCxnSpPr>
          <p:nvPr/>
        </p:nvCxnSpPr>
        <p:spPr>
          <a:xfrm>
            <a:off x="4862151" y="1836978"/>
            <a:ext cx="0" cy="3251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6C7963B8-EAB3-1251-7B88-E9681119B880}"/>
              </a:ext>
            </a:extLst>
          </p:cNvPr>
          <p:cNvSpPr txBox="1"/>
          <p:nvPr/>
        </p:nvSpPr>
        <p:spPr>
          <a:xfrm>
            <a:off x="4493604" y="1641448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Not equal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64875F-2B8E-5F20-AD69-75128545C0DD}"/>
              </a:ext>
            </a:extLst>
          </p:cNvPr>
          <p:cNvSpPr/>
          <p:nvPr/>
        </p:nvSpPr>
        <p:spPr>
          <a:xfrm>
            <a:off x="4458121" y="1413057"/>
            <a:ext cx="736311" cy="41858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7427857C-18CF-7E87-7DE9-41875BFC41AB}"/>
              </a:ext>
            </a:extLst>
          </p:cNvPr>
          <p:cNvCxnSpPr>
            <a:cxnSpLocks/>
          </p:cNvCxnSpPr>
          <p:nvPr/>
        </p:nvCxnSpPr>
        <p:spPr>
          <a:xfrm>
            <a:off x="5032030" y="1275167"/>
            <a:ext cx="0" cy="13789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2566064C-F469-508F-113D-556CBC75A869}"/>
              </a:ext>
            </a:extLst>
          </p:cNvPr>
          <p:cNvSpPr txBox="1"/>
          <p:nvPr/>
        </p:nvSpPr>
        <p:spPr>
          <a:xfrm>
            <a:off x="3306254" y="1090777"/>
            <a:ext cx="9364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if_id_reg2_data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4AC79D0-5B76-D005-1A27-F76F271A152F}"/>
              </a:ext>
            </a:extLst>
          </p:cNvPr>
          <p:cNvCxnSpPr>
            <a:cxnSpLocks/>
          </p:cNvCxnSpPr>
          <p:nvPr/>
        </p:nvCxnSpPr>
        <p:spPr>
          <a:xfrm flipV="1">
            <a:off x="8862876" y="3303944"/>
            <a:ext cx="0" cy="35189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Rectangle 208">
            <a:extLst>
              <a:ext uri="{FF2B5EF4-FFF2-40B4-BE49-F238E27FC236}">
                <a16:creationId xmlns:a16="http://schemas.microsoft.com/office/drawing/2014/main" id="{7E4C1978-E959-3B8A-9B69-5A0570C1B433}"/>
              </a:ext>
            </a:extLst>
          </p:cNvPr>
          <p:cNvSpPr/>
          <p:nvPr/>
        </p:nvSpPr>
        <p:spPr>
          <a:xfrm>
            <a:off x="4259968" y="5572927"/>
            <a:ext cx="663423" cy="460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B99D9E74-E1B6-5F46-688D-FBFA65E6AF93}"/>
              </a:ext>
            </a:extLst>
          </p:cNvPr>
          <p:cNvSpPr txBox="1"/>
          <p:nvPr/>
        </p:nvSpPr>
        <p:spPr>
          <a:xfrm>
            <a:off x="4318876" y="5611381"/>
            <a:ext cx="57419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Stall</a:t>
            </a:r>
          </a:p>
          <a:p>
            <a:pPr algn="ctr"/>
            <a:r>
              <a:rPr lang="en-US" sz="900" dirty="0"/>
              <a:t>counter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35A73827-A0E8-19ED-1B3D-EEA836E5E5D2}"/>
              </a:ext>
            </a:extLst>
          </p:cNvPr>
          <p:cNvCxnSpPr>
            <a:cxnSpLocks/>
          </p:cNvCxnSpPr>
          <p:nvPr/>
        </p:nvCxnSpPr>
        <p:spPr>
          <a:xfrm>
            <a:off x="4030095" y="5710140"/>
            <a:ext cx="229874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2328FB6-6571-FA3C-8E81-028268A77042}"/>
              </a:ext>
            </a:extLst>
          </p:cNvPr>
          <p:cNvSpPr/>
          <p:nvPr/>
        </p:nvSpPr>
        <p:spPr>
          <a:xfrm>
            <a:off x="3351306" y="5573141"/>
            <a:ext cx="678789" cy="4847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3468D653-D2DB-10F8-EB42-1EF2F69D462B}"/>
              </a:ext>
            </a:extLst>
          </p:cNvPr>
          <p:cNvSpPr txBox="1"/>
          <p:nvPr/>
        </p:nvSpPr>
        <p:spPr>
          <a:xfrm>
            <a:off x="3316652" y="5593028"/>
            <a:ext cx="729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Hazard</a:t>
            </a:r>
          </a:p>
          <a:p>
            <a:pPr algn="ctr"/>
            <a:r>
              <a:rPr lang="en-US" sz="1000" dirty="0"/>
              <a:t>Detection</a:t>
            </a: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2F2A33F8-388E-3212-42F2-F316A4DCC9A2}"/>
              </a:ext>
            </a:extLst>
          </p:cNvPr>
          <p:cNvCxnSpPr>
            <a:cxnSpLocks/>
          </p:cNvCxnSpPr>
          <p:nvPr/>
        </p:nvCxnSpPr>
        <p:spPr>
          <a:xfrm>
            <a:off x="2909696" y="5929325"/>
            <a:ext cx="442253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0C1B9568-C8CF-C3E1-D013-4AB3BA49E0A6}"/>
              </a:ext>
            </a:extLst>
          </p:cNvPr>
          <p:cNvCxnSpPr>
            <a:cxnSpLocks/>
          </p:cNvCxnSpPr>
          <p:nvPr/>
        </p:nvCxnSpPr>
        <p:spPr>
          <a:xfrm flipH="1">
            <a:off x="4040822" y="5917227"/>
            <a:ext cx="205614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E49846C5-8569-392B-D7EC-3272F6F2B440}"/>
              </a:ext>
            </a:extLst>
          </p:cNvPr>
          <p:cNvCxnSpPr>
            <a:cxnSpLocks/>
          </p:cNvCxnSpPr>
          <p:nvPr/>
        </p:nvCxnSpPr>
        <p:spPr>
          <a:xfrm>
            <a:off x="2920808" y="5560181"/>
            <a:ext cx="0" cy="367608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BC2F36C1-D9E2-5F94-A594-FBFAAC53E660}"/>
              </a:ext>
            </a:extLst>
          </p:cNvPr>
          <p:cNvCxnSpPr>
            <a:cxnSpLocks/>
          </p:cNvCxnSpPr>
          <p:nvPr/>
        </p:nvCxnSpPr>
        <p:spPr>
          <a:xfrm>
            <a:off x="3145244" y="5712432"/>
            <a:ext cx="211703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FB6D13F-84F6-B220-EF66-A111BDCAEC0A}"/>
              </a:ext>
            </a:extLst>
          </p:cNvPr>
          <p:cNvCxnSpPr>
            <a:cxnSpLocks/>
          </p:cNvCxnSpPr>
          <p:nvPr/>
        </p:nvCxnSpPr>
        <p:spPr>
          <a:xfrm flipH="1">
            <a:off x="2511119" y="5576977"/>
            <a:ext cx="398618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93DC441A-8F48-0B1E-E235-4F3A44A86932}"/>
              </a:ext>
            </a:extLst>
          </p:cNvPr>
          <p:cNvCxnSpPr>
            <a:cxnSpLocks/>
          </p:cNvCxnSpPr>
          <p:nvPr/>
        </p:nvCxnSpPr>
        <p:spPr>
          <a:xfrm>
            <a:off x="3136484" y="5250897"/>
            <a:ext cx="0" cy="470946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611D7C8-EA59-07B6-6DE0-08A00908356E}"/>
              </a:ext>
            </a:extLst>
          </p:cNvPr>
          <p:cNvCxnSpPr>
            <a:cxnSpLocks/>
          </p:cNvCxnSpPr>
          <p:nvPr/>
        </p:nvCxnSpPr>
        <p:spPr>
          <a:xfrm>
            <a:off x="2759850" y="5241548"/>
            <a:ext cx="383938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4FA97CD2-A4F3-8569-BF3A-77C3076814AA}"/>
              </a:ext>
            </a:extLst>
          </p:cNvPr>
          <p:cNvCxnSpPr>
            <a:cxnSpLocks/>
          </p:cNvCxnSpPr>
          <p:nvPr/>
        </p:nvCxnSpPr>
        <p:spPr>
          <a:xfrm flipV="1">
            <a:off x="4124761" y="5481780"/>
            <a:ext cx="0" cy="22540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13244B44-D83A-17F1-89B4-8EB805ADF839}"/>
              </a:ext>
            </a:extLst>
          </p:cNvPr>
          <p:cNvCxnSpPr>
            <a:cxnSpLocks/>
          </p:cNvCxnSpPr>
          <p:nvPr/>
        </p:nvCxnSpPr>
        <p:spPr>
          <a:xfrm>
            <a:off x="4172823" y="5931908"/>
            <a:ext cx="0" cy="40275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2FA12D39-0FA2-ABBD-EACC-E063F56B5583}"/>
              </a:ext>
            </a:extLst>
          </p:cNvPr>
          <p:cNvCxnSpPr/>
          <p:nvPr/>
        </p:nvCxnSpPr>
        <p:spPr>
          <a:xfrm flipH="1">
            <a:off x="2952806" y="5177183"/>
            <a:ext cx="77899" cy="12954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84B6D813-B5DE-D1FC-AF80-525F92C8F7F8}"/>
              </a:ext>
            </a:extLst>
          </p:cNvPr>
          <p:cNvSpPr txBox="1"/>
          <p:nvPr/>
        </p:nvSpPr>
        <p:spPr>
          <a:xfrm>
            <a:off x="2848967" y="504626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E46D487D-09B4-2769-C34D-554786351A6B}"/>
              </a:ext>
            </a:extLst>
          </p:cNvPr>
          <p:cNvSpPr/>
          <p:nvPr/>
        </p:nvSpPr>
        <p:spPr>
          <a:xfrm>
            <a:off x="4027858" y="6344690"/>
            <a:ext cx="663423" cy="460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B03E2FCB-F4FA-D322-14B8-FB5E1F9573B3}"/>
              </a:ext>
            </a:extLst>
          </p:cNvPr>
          <p:cNvSpPr txBox="1"/>
          <p:nvPr/>
        </p:nvSpPr>
        <p:spPr>
          <a:xfrm>
            <a:off x="4505477" y="6442196"/>
            <a:ext cx="1947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&gt;</a:t>
            </a:r>
            <a:endParaRPr lang="en-US" sz="900" dirty="0"/>
          </a:p>
        </p:txBody>
      </p: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657E1736-86D8-4C89-8125-43EFDE81B0A7}"/>
              </a:ext>
            </a:extLst>
          </p:cNvPr>
          <p:cNvCxnSpPr>
            <a:cxnSpLocks/>
          </p:cNvCxnSpPr>
          <p:nvPr/>
        </p:nvCxnSpPr>
        <p:spPr>
          <a:xfrm>
            <a:off x="4696548" y="6575010"/>
            <a:ext cx="229874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CFF1441C-A871-C028-33DF-68E89133CAC3}"/>
              </a:ext>
            </a:extLst>
          </p:cNvPr>
          <p:cNvCxnSpPr>
            <a:cxnSpLocks/>
          </p:cNvCxnSpPr>
          <p:nvPr/>
        </p:nvCxnSpPr>
        <p:spPr>
          <a:xfrm>
            <a:off x="4566636" y="6234492"/>
            <a:ext cx="0" cy="10016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5CF4424D-C27A-0FCF-199D-B10372DC54C3}"/>
              </a:ext>
            </a:extLst>
          </p:cNvPr>
          <p:cNvSpPr txBox="1"/>
          <p:nvPr/>
        </p:nvSpPr>
        <p:spPr>
          <a:xfrm>
            <a:off x="4443371" y="603882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7F7540FB-45AD-3BC3-48E6-D125DD8550E7}"/>
              </a:ext>
            </a:extLst>
          </p:cNvPr>
          <p:cNvSpPr txBox="1"/>
          <p:nvPr/>
        </p:nvSpPr>
        <p:spPr>
          <a:xfrm>
            <a:off x="4802612" y="6461559"/>
            <a:ext cx="5741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Stall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6F693865-D421-FB3F-F617-69C8DFB74DDA}"/>
              </a:ext>
            </a:extLst>
          </p:cNvPr>
          <p:cNvSpPr txBox="1"/>
          <p:nvPr/>
        </p:nvSpPr>
        <p:spPr>
          <a:xfrm>
            <a:off x="3331232" y="6006780"/>
            <a:ext cx="9098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7030A0"/>
                </a:solidFill>
              </a:rPr>
              <a:t>stall_counter</a:t>
            </a:r>
            <a:endParaRPr lang="en-US" sz="1000" dirty="0">
              <a:solidFill>
                <a:srgbClr val="7030A0"/>
              </a:solidFill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BA26EF9-D46A-45DC-70BA-21364891CB27}"/>
              </a:ext>
            </a:extLst>
          </p:cNvPr>
          <p:cNvSpPr txBox="1"/>
          <p:nvPr/>
        </p:nvSpPr>
        <p:spPr>
          <a:xfrm>
            <a:off x="3340891" y="5296039"/>
            <a:ext cx="17135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7030A0"/>
                </a:solidFill>
              </a:rPr>
              <a:t>start_stall</a:t>
            </a:r>
            <a:r>
              <a:rPr lang="en-US" sz="1000" dirty="0">
                <a:solidFill>
                  <a:srgbClr val="7030A0"/>
                </a:solidFill>
              </a:rPr>
              <a:t> &amp; </a:t>
            </a:r>
            <a:r>
              <a:rPr lang="en-US" sz="1000" dirty="0" err="1">
                <a:solidFill>
                  <a:srgbClr val="7030A0"/>
                </a:solidFill>
              </a:rPr>
              <a:t>start_double</a:t>
            </a:r>
            <a:endParaRPr lang="en-US" sz="1000" dirty="0">
              <a:solidFill>
                <a:srgbClr val="7030A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04EDAA-FD8A-4089-C218-104118D04C57}"/>
              </a:ext>
            </a:extLst>
          </p:cNvPr>
          <p:cNvCxnSpPr>
            <a:cxnSpLocks/>
          </p:cNvCxnSpPr>
          <p:nvPr/>
        </p:nvCxnSpPr>
        <p:spPr>
          <a:xfrm>
            <a:off x="3360444" y="6070064"/>
            <a:ext cx="0" cy="40275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23CE11-915B-B2E0-552F-137C75A7E9C7}"/>
              </a:ext>
            </a:extLst>
          </p:cNvPr>
          <p:cNvSpPr txBox="1"/>
          <p:nvPr/>
        </p:nvSpPr>
        <p:spPr>
          <a:xfrm>
            <a:off x="2905202" y="6420855"/>
            <a:ext cx="93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7030A0"/>
                </a:solidFill>
              </a:rPr>
              <a:t>double_stall</a:t>
            </a:r>
            <a:endParaRPr lang="en-US" sz="1000" dirty="0">
              <a:solidFill>
                <a:srgbClr val="7030A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91A9D4D-23BC-B2EA-D780-4B2E4256AC4E}"/>
              </a:ext>
            </a:extLst>
          </p:cNvPr>
          <p:cNvCxnSpPr>
            <a:cxnSpLocks/>
          </p:cNvCxnSpPr>
          <p:nvPr/>
        </p:nvCxnSpPr>
        <p:spPr>
          <a:xfrm flipH="1">
            <a:off x="1763837" y="5304401"/>
            <a:ext cx="23120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01BDF42-21C1-1B12-B47E-159B1F1223C4}"/>
              </a:ext>
            </a:extLst>
          </p:cNvPr>
          <p:cNvCxnSpPr>
            <a:cxnSpLocks/>
          </p:cNvCxnSpPr>
          <p:nvPr/>
        </p:nvCxnSpPr>
        <p:spPr>
          <a:xfrm flipH="1">
            <a:off x="1988425" y="4650852"/>
            <a:ext cx="3374" cy="1129203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2EB8A92-37A3-C399-9C12-F59E88DAC482}"/>
              </a:ext>
            </a:extLst>
          </p:cNvPr>
          <p:cNvCxnSpPr>
            <a:cxnSpLocks/>
          </p:cNvCxnSpPr>
          <p:nvPr/>
        </p:nvCxnSpPr>
        <p:spPr>
          <a:xfrm flipH="1">
            <a:off x="1983880" y="4661162"/>
            <a:ext cx="11594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40E0D66-37FE-21F2-B9CE-8D1ED73238A6}"/>
              </a:ext>
            </a:extLst>
          </p:cNvPr>
          <p:cNvCxnSpPr>
            <a:cxnSpLocks/>
          </p:cNvCxnSpPr>
          <p:nvPr/>
        </p:nvCxnSpPr>
        <p:spPr>
          <a:xfrm flipH="1">
            <a:off x="1983880" y="5777549"/>
            <a:ext cx="11594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DA260CB-D651-8B6C-B01D-782F8108101F}"/>
              </a:ext>
            </a:extLst>
          </p:cNvPr>
          <p:cNvCxnSpPr>
            <a:cxnSpLocks/>
          </p:cNvCxnSpPr>
          <p:nvPr/>
        </p:nvCxnSpPr>
        <p:spPr>
          <a:xfrm flipH="1">
            <a:off x="1995038" y="5199692"/>
            <a:ext cx="11594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CDFE0D0-15E9-F856-EE66-3B912BF11A12}"/>
              </a:ext>
            </a:extLst>
          </p:cNvPr>
          <p:cNvCxnSpPr>
            <a:cxnSpLocks/>
          </p:cNvCxnSpPr>
          <p:nvPr/>
        </p:nvCxnSpPr>
        <p:spPr>
          <a:xfrm flipH="1">
            <a:off x="1995038" y="4834772"/>
            <a:ext cx="11594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8E469D1-9355-C50B-CFF6-970C7B8E0B5A}"/>
              </a:ext>
            </a:extLst>
          </p:cNvPr>
          <p:cNvCxnSpPr>
            <a:cxnSpLocks/>
          </p:cNvCxnSpPr>
          <p:nvPr/>
        </p:nvCxnSpPr>
        <p:spPr>
          <a:xfrm flipH="1">
            <a:off x="1995038" y="5022889"/>
            <a:ext cx="11594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07C7196-A0AB-B2B0-CC9D-92F9A3833EE3}"/>
              </a:ext>
            </a:extLst>
          </p:cNvPr>
          <p:cNvCxnSpPr>
            <a:cxnSpLocks/>
          </p:cNvCxnSpPr>
          <p:nvPr/>
        </p:nvCxnSpPr>
        <p:spPr>
          <a:xfrm flipH="1">
            <a:off x="1995038" y="5389125"/>
            <a:ext cx="11594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516C789-DB2A-D41B-419E-E79684E490C9}"/>
              </a:ext>
            </a:extLst>
          </p:cNvPr>
          <p:cNvCxnSpPr>
            <a:cxnSpLocks/>
          </p:cNvCxnSpPr>
          <p:nvPr/>
        </p:nvCxnSpPr>
        <p:spPr>
          <a:xfrm flipH="1">
            <a:off x="1995038" y="5588598"/>
            <a:ext cx="11594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78D02DD-B4C9-A143-59C2-73F8EDB1C5B2}"/>
              </a:ext>
            </a:extLst>
          </p:cNvPr>
          <p:cNvSpPr txBox="1"/>
          <p:nvPr/>
        </p:nvSpPr>
        <p:spPr>
          <a:xfrm>
            <a:off x="1917139" y="4524741"/>
            <a:ext cx="93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7030A0"/>
                </a:solidFill>
              </a:rPr>
              <a:t>reg_write</a:t>
            </a:r>
            <a:endParaRPr lang="en-US" sz="1000" dirty="0">
              <a:solidFill>
                <a:srgbClr val="7030A0"/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8AF4ABE4-2A20-31CE-B28E-06A90757B786}"/>
              </a:ext>
            </a:extLst>
          </p:cNvPr>
          <p:cNvSpPr txBox="1"/>
          <p:nvPr/>
        </p:nvSpPr>
        <p:spPr>
          <a:xfrm>
            <a:off x="1966342" y="4689290"/>
            <a:ext cx="93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7030A0"/>
                </a:solidFill>
              </a:rPr>
              <a:t>mem_read</a:t>
            </a:r>
            <a:endParaRPr lang="en-US" sz="1000" dirty="0">
              <a:solidFill>
                <a:srgbClr val="7030A0"/>
              </a:solidFill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38248418-D984-5DE4-583A-B45D5D02496B}"/>
              </a:ext>
            </a:extLst>
          </p:cNvPr>
          <p:cNvSpPr txBox="1"/>
          <p:nvPr/>
        </p:nvSpPr>
        <p:spPr>
          <a:xfrm>
            <a:off x="1969994" y="4878672"/>
            <a:ext cx="93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7030A0"/>
                </a:solidFill>
              </a:rPr>
              <a:t>mem_write</a:t>
            </a:r>
            <a:endParaRPr lang="en-US" sz="1000" dirty="0">
              <a:solidFill>
                <a:srgbClr val="7030A0"/>
              </a:solidFill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E99BA31A-BAEB-4856-3296-765EDFFCC819}"/>
              </a:ext>
            </a:extLst>
          </p:cNvPr>
          <p:cNvSpPr txBox="1"/>
          <p:nvPr/>
        </p:nvSpPr>
        <p:spPr>
          <a:xfrm>
            <a:off x="1890055" y="5069920"/>
            <a:ext cx="93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7030A0"/>
                </a:solidFill>
              </a:rPr>
              <a:t>alu_src</a:t>
            </a:r>
            <a:endParaRPr lang="en-US" sz="1000" dirty="0">
              <a:solidFill>
                <a:srgbClr val="7030A0"/>
              </a:solidFill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26D58355-817C-8B05-B093-754BFE449697}"/>
              </a:ext>
            </a:extLst>
          </p:cNvPr>
          <p:cNvSpPr txBox="1"/>
          <p:nvPr/>
        </p:nvSpPr>
        <p:spPr>
          <a:xfrm>
            <a:off x="1865694" y="5246240"/>
            <a:ext cx="93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branch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501B59F-94B8-BDC0-4C78-16DE7E280770}"/>
              </a:ext>
            </a:extLst>
          </p:cNvPr>
          <p:cNvSpPr txBox="1"/>
          <p:nvPr/>
        </p:nvSpPr>
        <p:spPr>
          <a:xfrm>
            <a:off x="1830063" y="5458454"/>
            <a:ext cx="93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7030A0"/>
                </a:solidFill>
              </a:rPr>
              <a:t>jump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1E6F8C3-BCCC-82CB-F782-8A82C0831610}"/>
              </a:ext>
            </a:extLst>
          </p:cNvPr>
          <p:cNvSpPr txBox="1"/>
          <p:nvPr/>
        </p:nvSpPr>
        <p:spPr>
          <a:xfrm>
            <a:off x="1946067" y="5631323"/>
            <a:ext cx="93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7030A0"/>
                </a:solidFill>
              </a:rPr>
              <a:t>load_addr</a:t>
            </a:r>
            <a:endParaRPr lang="en-US" sz="1000" dirty="0">
              <a:solidFill>
                <a:srgbClr val="7030A0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165965E2-9B39-C1AB-84A8-03F73E0F0210}"/>
              </a:ext>
            </a:extLst>
          </p:cNvPr>
          <p:cNvSpPr txBox="1"/>
          <p:nvPr/>
        </p:nvSpPr>
        <p:spPr>
          <a:xfrm>
            <a:off x="2386924" y="6111030"/>
            <a:ext cx="6020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7030A0"/>
                </a:solidFill>
              </a:rPr>
              <a:t>alu_op</a:t>
            </a:r>
            <a:endParaRPr lang="en-US" sz="1000" dirty="0">
              <a:solidFill>
                <a:srgbClr val="7030A0"/>
              </a:solidFill>
            </a:endParaRPr>
          </a:p>
        </p:txBody>
      </p: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72FD8699-BCE9-2576-AD88-1BB542BEA990}"/>
              </a:ext>
            </a:extLst>
          </p:cNvPr>
          <p:cNvCxnSpPr>
            <a:cxnSpLocks/>
          </p:cNvCxnSpPr>
          <p:nvPr/>
        </p:nvCxnSpPr>
        <p:spPr>
          <a:xfrm>
            <a:off x="2948518" y="4605789"/>
            <a:ext cx="1522" cy="46264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1F31B8BE-D5F1-6BB2-882B-3F8DA224F6D2}"/>
              </a:ext>
            </a:extLst>
          </p:cNvPr>
          <p:cNvCxnSpPr>
            <a:cxnSpLocks/>
          </p:cNvCxnSpPr>
          <p:nvPr/>
        </p:nvCxnSpPr>
        <p:spPr>
          <a:xfrm flipH="1">
            <a:off x="2951753" y="4961621"/>
            <a:ext cx="9706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12E6660C-ADF1-F621-AF4D-3FF0083BBF14}"/>
              </a:ext>
            </a:extLst>
          </p:cNvPr>
          <p:cNvCxnSpPr>
            <a:cxnSpLocks/>
          </p:cNvCxnSpPr>
          <p:nvPr/>
        </p:nvCxnSpPr>
        <p:spPr>
          <a:xfrm flipH="1">
            <a:off x="2950123" y="4614107"/>
            <a:ext cx="9706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18E9B18F-F8F6-4DA6-E928-C98A85A8B2F3}"/>
              </a:ext>
            </a:extLst>
          </p:cNvPr>
          <p:cNvCxnSpPr>
            <a:cxnSpLocks/>
          </p:cNvCxnSpPr>
          <p:nvPr/>
        </p:nvCxnSpPr>
        <p:spPr>
          <a:xfrm flipH="1">
            <a:off x="2952568" y="4725279"/>
            <a:ext cx="9706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D5E7CC13-6407-8A44-0856-712501757557}"/>
              </a:ext>
            </a:extLst>
          </p:cNvPr>
          <p:cNvCxnSpPr>
            <a:cxnSpLocks/>
          </p:cNvCxnSpPr>
          <p:nvPr/>
        </p:nvCxnSpPr>
        <p:spPr>
          <a:xfrm flipH="1">
            <a:off x="2955013" y="4852415"/>
            <a:ext cx="9706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TextBox 274">
            <a:extLst>
              <a:ext uri="{FF2B5EF4-FFF2-40B4-BE49-F238E27FC236}">
                <a16:creationId xmlns:a16="http://schemas.microsoft.com/office/drawing/2014/main" id="{470E2C1D-D4B7-28AF-2E3B-26036272B007}"/>
              </a:ext>
            </a:extLst>
          </p:cNvPr>
          <p:cNvSpPr txBox="1"/>
          <p:nvPr/>
        </p:nvSpPr>
        <p:spPr>
          <a:xfrm>
            <a:off x="2870574" y="4502246"/>
            <a:ext cx="8614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7030A0"/>
                </a:solidFill>
              </a:rPr>
              <a:t>if_id_instr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E2B8B7CF-D50B-10C2-F715-A44A61910584}"/>
              </a:ext>
            </a:extLst>
          </p:cNvPr>
          <p:cNvSpPr txBox="1"/>
          <p:nvPr/>
        </p:nvSpPr>
        <p:spPr>
          <a:xfrm>
            <a:off x="2669025" y="5741342"/>
            <a:ext cx="8614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7030A0"/>
                </a:solidFill>
              </a:rPr>
              <a:t>instr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C5C8E779-5B4E-38C9-AD5F-3F44DF373B84}"/>
              </a:ext>
            </a:extLst>
          </p:cNvPr>
          <p:cNvSpPr txBox="1"/>
          <p:nvPr/>
        </p:nvSpPr>
        <p:spPr>
          <a:xfrm>
            <a:off x="2813244" y="4616163"/>
            <a:ext cx="8614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branch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6564928D-CC06-6F2F-74F4-B507BE3CC7D1}"/>
              </a:ext>
            </a:extLst>
          </p:cNvPr>
          <p:cNvSpPr txBox="1"/>
          <p:nvPr/>
        </p:nvSpPr>
        <p:spPr>
          <a:xfrm>
            <a:off x="2769274" y="4746729"/>
            <a:ext cx="8614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jump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A06084C7-26BD-1CB9-74A4-2FDA84CB08D3}"/>
              </a:ext>
            </a:extLst>
          </p:cNvPr>
          <p:cNvSpPr txBox="1"/>
          <p:nvPr/>
        </p:nvSpPr>
        <p:spPr>
          <a:xfrm>
            <a:off x="2763366" y="4859985"/>
            <a:ext cx="8614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reset</a:t>
            </a:r>
          </a:p>
        </p:txBody>
      </p: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80C41FA1-7628-C4B5-548D-96C20932F817}"/>
              </a:ext>
            </a:extLst>
          </p:cNvPr>
          <p:cNvCxnSpPr>
            <a:cxnSpLocks/>
          </p:cNvCxnSpPr>
          <p:nvPr/>
        </p:nvCxnSpPr>
        <p:spPr>
          <a:xfrm>
            <a:off x="3373159" y="4264982"/>
            <a:ext cx="0" cy="172547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3664F9D8-BBDF-45CE-51C5-BD5626068EF2}"/>
              </a:ext>
            </a:extLst>
          </p:cNvPr>
          <p:cNvSpPr txBox="1"/>
          <p:nvPr/>
        </p:nvSpPr>
        <p:spPr>
          <a:xfrm>
            <a:off x="3233866" y="4320082"/>
            <a:ext cx="12167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7030A0"/>
                </a:solidFill>
              </a:rPr>
              <a:t>mem_wb_reg_write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AA3E0DA0-37B7-DE13-DBA1-E17009FF4E8D}"/>
              </a:ext>
            </a:extLst>
          </p:cNvPr>
          <p:cNvSpPr txBox="1"/>
          <p:nvPr/>
        </p:nvSpPr>
        <p:spPr>
          <a:xfrm>
            <a:off x="3983668" y="1846164"/>
            <a:ext cx="9188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not_equal_flag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896814D2-BE70-79B8-A702-880D8B926364}"/>
              </a:ext>
            </a:extLst>
          </p:cNvPr>
          <p:cNvCxnSpPr>
            <a:cxnSpLocks/>
          </p:cNvCxnSpPr>
          <p:nvPr/>
        </p:nvCxnSpPr>
        <p:spPr>
          <a:xfrm flipH="1">
            <a:off x="2933904" y="1286028"/>
            <a:ext cx="1743228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FB6B444-B674-9C03-9DC1-95AC81563780}"/>
              </a:ext>
            </a:extLst>
          </p:cNvPr>
          <p:cNvCxnSpPr>
            <a:cxnSpLocks/>
          </p:cNvCxnSpPr>
          <p:nvPr/>
        </p:nvCxnSpPr>
        <p:spPr>
          <a:xfrm>
            <a:off x="2943683" y="1288473"/>
            <a:ext cx="0" cy="667463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8872745-403A-D61E-690B-98BB21981EC5}"/>
              </a:ext>
            </a:extLst>
          </p:cNvPr>
          <p:cNvCxnSpPr>
            <a:cxnSpLocks/>
          </p:cNvCxnSpPr>
          <p:nvPr/>
        </p:nvCxnSpPr>
        <p:spPr>
          <a:xfrm flipH="1">
            <a:off x="2759149" y="1944527"/>
            <a:ext cx="19675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D180000-0F86-9CC5-F9B6-1169BF64D4CC}"/>
              </a:ext>
            </a:extLst>
          </p:cNvPr>
          <p:cNvCxnSpPr>
            <a:cxnSpLocks/>
          </p:cNvCxnSpPr>
          <p:nvPr/>
        </p:nvCxnSpPr>
        <p:spPr>
          <a:xfrm flipH="1">
            <a:off x="5029828" y="1286843"/>
            <a:ext cx="2100282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E35AF76-95D9-8338-48CA-22B0D462DE4C}"/>
              </a:ext>
            </a:extLst>
          </p:cNvPr>
          <p:cNvCxnSpPr>
            <a:cxnSpLocks/>
          </p:cNvCxnSpPr>
          <p:nvPr/>
        </p:nvCxnSpPr>
        <p:spPr>
          <a:xfrm>
            <a:off x="7121822" y="1295630"/>
            <a:ext cx="0" cy="68143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F342BA5-1BE2-9DA9-D100-9AD36D0C86FB}"/>
              </a:ext>
            </a:extLst>
          </p:cNvPr>
          <p:cNvCxnSpPr>
            <a:cxnSpLocks/>
          </p:cNvCxnSpPr>
          <p:nvPr/>
        </p:nvCxnSpPr>
        <p:spPr>
          <a:xfrm>
            <a:off x="7127347" y="1980740"/>
            <a:ext cx="350214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C774F03D-0D66-164E-D9CD-9FDFA2AA4A73}"/>
              </a:ext>
            </a:extLst>
          </p:cNvPr>
          <p:cNvCxnSpPr>
            <a:cxnSpLocks/>
          </p:cNvCxnSpPr>
          <p:nvPr/>
        </p:nvCxnSpPr>
        <p:spPr>
          <a:xfrm flipH="1">
            <a:off x="2747802" y="3043086"/>
            <a:ext cx="2137233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TextBox 304">
            <a:extLst>
              <a:ext uri="{FF2B5EF4-FFF2-40B4-BE49-F238E27FC236}">
                <a16:creationId xmlns:a16="http://schemas.microsoft.com/office/drawing/2014/main" id="{FE9310CD-36C8-647B-0ADF-A92A0DAB2DB9}"/>
              </a:ext>
            </a:extLst>
          </p:cNvPr>
          <p:cNvSpPr txBox="1"/>
          <p:nvPr/>
        </p:nvSpPr>
        <p:spPr>
          <a:xfrm>
            <a:off x="3187319" y="2593090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600" dirty="0" err="1">
                <a:solidFill>
                  <a:srgbClr val="7030A0"/>
                </a:solidFill>
              </a:rPr>
              <a:t>if_id_branch</a:t>
            </a:r>
            <a:endParaRPr lang="en-US" sz="600" dirty="0">
              <a:solidFill>
                <a:srgbClr val="7030A0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600" dirty="0" err="1">
                <a:solidFill>
                  <a:srgbClr val="7030A0"/>
                </a:solidFill>
              </a:rPr>
              <a:t>if_id_jump</a:t>
            </a:r>
            <a:endParaRPr lang="en-US" sz="600" dirty="0">
              <a:solidFill>
                <a:srgbClr val="7030A0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600" dirty="0" err="1">
                <a:solidFill>
                  <a:srgbClr val="7030A0"/>
                </a:solidFill>
              </a:rPr>
              <a:t>start_stall</a:t>
            </a:r>
            <a:endParaRPr lang="en-US" sz="600" dirty="0">
              <a:solidFill>
                <a:srgbClr val="7030A0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600" dirty="0" err="1">
                <a:solidFill>
                  <a:srgbClr val="7030A0"/>
                </a:solidFill>
              </a:rPr>
              <a:t>stall_counter</a:t>
            </a:r>
            <a:endParaRPr lang="en-US" sz="600" dirty="0">
              <a:solidFill>
                <a:srgbClr val="7030A0"/>
              </a:solidFill>
            </a:endParaRP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39E94913-24C7-A5BF-E8E6-64FDEE00617E}"/>
              </a:ext>
            </a:extLst>
          </p:cNvPr>
          <p:cNvCxnSpPr>
            <a:cxnSpLocks/>
          </p:cNvCxnSpPr>
          <p:nvPr/>
        </p:nvCxnSpPr>
        <p:spPr>
          <a:xfrm flipH="1">
            <a:off x="4050231" y="2985905"/>
            <a:ext cx="55713" cy="85378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TextBox 316">
            <a:extLst>
              <a:ext uri="{FF2B5EF4-FFF2-40B4-BE49-F238E27FC236}">
                <a16:creationId xmlns:a16="http://schemas.microsoft.com/office/drawing/2014/main" id="{31435417-C1AE-639F-C031-2ABC76352227}"/>
              </a:ext>
            </a:extLst>
          </p:cNvPr>
          <p:cNvSpPr txBox="1"/>
          <p:nvPr/>
        </p:nvSpPr>
        <p:spPr>
          <a:xfrm>
            <a:off x="3959051" y="2819739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E70BB9A-F87F-D53A-B0B4-67DE63937ABD}"/>
              </a:ext>
            </a:extLst>
          </p:cNvPr>
          <p:cNvSpPr txBox="1"/>
          <p:nvPr/>
        </p:nvSpPr>
        <p:spPr>
          <a:xfrm>
            <a:off x="5927518" y="2387109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48FC2EA-1820-DD9A-8E78-C263092618A5}"/>
              </a:ext>
            </a:extLst>
          </p:cNvPr>
          <p:cNvSpPr txBox="1"/>
          <p:nvPr/>
        </p:nvSpPr>
        <p:spPr>
          <a:xfrm>
            <a:off x="5569726" y="1982024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mux_select_A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D14C76E-820A-4226-93B6-C8DF2BADE66D}"/>
              </a:ext>
            </a:extLst>
          </p:cNvPr>
          <p:cNvCxnSpPr>
            <a:cxnSpLocks/>
          </p:cNvCxnSpPr>
          <p:nvPr/>
        </p:nvCxnSpPr>
        <p:spPr>
          <a:xfrm flipH="1">
            <a:off x="5548922" y="4361957"/>
            <a:ext cx="399414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TextBox 319">
            <a:extLst>
              <a:ext uri="{FF2B5EF4-FFF2-40B4-BE49-F238E27FC236}">
                <a16:creationId xmlns:a16="http://schemas.microsoft.com/office/drawing/2014/main" id="{D49DD678-22A0-F8AA-A911-D129710448E6}"/>
              </a:ext>
            </a:extLst>
          </p:cNvPr>
          <p:cNvSpPr txBox="1"/>
          <p:nvPr/>
        </p:nvSpPr>
        <p:spPr>
          <a:xfrm>
            <a:off x="5502704" y="4315883"/>
            <a:ext cx="8611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id_ex_alu_src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816BD419-E88D-C5B4-E72D-7ECA12C9476B}"/>
              </a:ext>
            </a:extLst>
          </p:cNvPr>
          <p:cNvCxnSpPr>
            <a:cxnSpLocks/>
          </p:cNvCxnSpPr>
          <p:nvPr/>
        </p:nvCxnSpPr>
        <p:spPr>
          <a:xfrm flipH="1">
            <a:off x="5541802" y="4546715"/>
            <a:ext cx="868619" cy="8021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TextBox 324">
            <a:extLst>
              <a:ext uri="{FF2B5EF4-FFF2-40B4-BE49-F238E27FC236}">
                <a16:creationId xmlns:a16="http://schemas.microsoft.com/office/drawing/2014/main" id="{D53F4CE1-DADB-CD4B-F736-316D872D7DC7}"/>
              </a:ext>
            </a:extLst>
          </p:cNvPr>
          <p:cNvSpPr txBox="1"/>
          <p:nvPr/>
        </p:nvSpPr>
        <p:spPr>
          <a:xfrm>
            <a:off x="5623364" y="4508872"/>
            <a:ext cx="8306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id_ex_alu_op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711682A3-5E3F-0208-5E12-FBCDEF285FFA}"/>
              </a:ext>
            </a:extLst>
          </p:cNvPr>
          <p:cNvSpPr txBox="1"/>
          <p:nvPr/>
        </p:nvSpPr>
        <p:spPr>
          <a:xfrm>
            <a:off x="5989961" y="2205179"/>
            <a:ext cx="12266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mem_wb_mem_data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5F71F902-0DA3-35A1-4DF8-C7541F00D91E}"/>
              </a:ext>
            </a:extLst>
          </p:cNvPr>
          <p:cNvSpPr txBox="1"/>
          <p:nvPr/>
        </p:nvSpPr>
        <p:spPr>
          <a:xfrm>
            <a:off x="6547604" y="5603754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mux_select_A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25FC4C7B-6FAC-08E2-DE50-24FBE9C8E965}"/>
              </a:ext>
            </a:extLst>
          </p:cNvPr>
          <p:cNvCxnSpPr>
            <a:cxnSpLocks/>
          </p:cNvCxnSpPr>
          <p:nvPr/>
        </p:nvCxnSpPr>
        <p:spPr>
          <a:xfrm flipH="1">
            <a:off x="6895136" y="5022889"/>
            <a:ext cx="260576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3CA03AE4-7E89-60FC-7612-2C4BD4408B15}"/>
              </a:ext>
            </a:extLst>
          </p:cNvPr>
          <p:cNvSpPr txBox="1"/>
          <p:nvPr/>
        </p:nvSpPr>
        <p:spPr>
          <a:xfrm>
            <a:off x="6046095" y="2416998"/>
            <a:ext cx="11544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ex_mem_alu_result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6E885DD7-3EDD-E771-917F-CA86F4308FA3}"/>
              </a:ext>
            </a:extLst>
          </p:cNvPr>
          <p:cNvSpPr txBox="1"/>
          <p:nvPr/>
        </p:nvSpPr>
        <p:spPr>
          <a:xfrm>
            <a:off x="4401834" y="3369974"/>
            <a:ext cx="9893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id_ex_reg1_data</a:t>
            </a:r>
          </a:p>
        </p:txBody>
      </p: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139619B3-BE80-4134-8CE5-41B639CB7104}"/>
              </a:ext>
            </a:extLst>
          </p:cNvPr>
          <p:cNvCxnSpPr>
            <a:cxnSpLocks/>
          </p:cNvCxnSpPr>
          <p:nvPr/>
        </p:nvCxnSpPr>
        <p:spPr>
          <a:xfrm flipH="1">
            <a:off x="7611643" y="3654052"/>
            <a:ext cx="1245278" cy="1791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5E6AD3B2-3C2A-4E45-CE3A-0CE068357472}"/>
              </a:ext>
            </a:extLst>
          </p:cNvPr>
          <p:cNvCxnSpPr>
            <a:cxnSpLocks/>
          </p:cNvCxnSpPr>
          <p:nvPr/>
        </p:nvCxnSpPr>
        <p:spPr>
          <a:xfrm flipH="1">
            <a:off x="7609289" y="3486482"/>
            <a:ext cx="1050630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6B2A40BA-AFCB-0F51-613A-8F30B4ED9C8D}"/>
              </a:ext>
            </a:extLst>
          </p:cNvPr>
          <p:cNvSpPr txBox="1"/>
          <p:nvPr/>
        </p:nvSpPr>
        <p:spPr>
          <a:xfrm>
            <a:off x="7515464" y="3301900"/>
            <a:ext cx="11929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ex_mem_mem_read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B2E368A6-EAC0-5B64-D59C-9045C5BF7D0E}"/>
              </a:ext>
            </a:extLst>
          </p:cNvPr>
          <p:cNvSpPr txBox="1"/>
          <p:nvPr/>
        </p:nvSpPr>
        <p:spPr>
          <a:xfrm>
            <a:off x="7614905" y="3480342"/>
            <a:ext cx="12153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ex_mem_mem_write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709F9C77-5C7A-9691-4F66-16B3DBABF430}"/>
              </a:ext>
            </a:extLst>
          </p:cNvPr>
          <p:cNvCxnSpPr>
            <a:cxnSpLocks/>
          </p:cNvCxnSpPr>
          <p:nvPr/>
        </p:nvCxnSpPr>
        <p:spPr>
          <a:xfrm flipH="1">
            <a:off x="10130870" y="4687358"/>
            <a:ext cx="1188005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900E5A65-7A8F-9A67-1B56-9B205D1512F2}"/>
              </a:ext>
            </a:extLst>
          </p:cNvPr>
          <p:cNvCxnSpPr>
            <a:cxnSpLocks/>
          </p:cNvCxnSpPr>
          <p:nvPr/>
        </p:nvCxnSpPr>
        <p:spPr>
          <a:xfrm flipH="1" flipV="1">
            <a:off x="10137220" y="4961621"/>
            <a:ext cx="1188005" cy="7239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2B0BC105-E4B5-56B5-3E5B-B6D22A84A939}"/>
              </a:ext>
            </a:extLst>
          </p:cNvPr>
          <p:cNvSpPr txBox="1"/>
          <p:nvPr/>
        </p:nvSpPr>
        <p:spPr>
          <a:xfrm>
            <a:off x="10084244" y="4227555"/>
            <a:ext cx="12282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mem_wb_mem_read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E945B2E-40BF-34A4-B962-70F4F17AC4C9}"/>
              </a:ext>
            </a:extLst>
          </p:cNvPr>
          <p:cNvSpPr txBox="1"/>
          <p:nvPr/>
        </p:nvSpPr>
        <p:spPr>
          <a:xfrm>
            <a:off x="10094723" y="4494552"/>
            <a:ext cx="12506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mem_wb_mem_write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B75298E-DCD3-10FA-21AB-DA49FAFBACD3}"/>
              </a:ext>
            </a:extLst>
          </p:cNvPr>
          <p:cNvSpPr txBox="1"/>
          <p:nvPr/>
        </p:nvSpPr>
        <p:spPr>
          <a:xfrm>
            <a:off x="10125773" y="4792057"/>
            <a:ext cx="11945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mem_wb_load_addr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81C51850-C079-1DDB-59F4-6E809237D94D}"/>
              </a:ext>
            </a:extLst>
          </p:cNvPr>
          <p:cNvCxnSpPr>
            <a:cxnSpLocks/>
          </p:cNvCxnSpPr>
          <p:nvPr/>
        </p:nvCxnSpPr>
        <p:spPr>
          <a:xfrm flipH="1">
            <a:off x="10969389" y="4198572"/>
            <a:ext cx="37171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9B334E6D-A528-847B-9B08-88ACD6D1066C}"/>
              </a:ext>
            </a:extLst>
          </p:cNvPr>
          <p:cNvCxnSpPr>
            <a:cxnSpLocks/>
          </p:cNvCxnSpPr>
          <p:nvPr/>
        </p:nvCxnSpPr>
        <p:spPr>
          <a:xfrm>
            <a:off x="11328400" y="4203700"/>
            <a:ext cx="0" cy="757921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305</Words>
  <Application>Microsoft Office PowerPoint</Application>
  <PresentationFormat>Widescreen</PresentationFormat>
  <Paragraphs>115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Sick, Alexander B C1C USAF USAFA CW/CS06</cp:lastModifiedBy>
  <cp:revision>18</cp:revision>
  <cp:lastPrinted>2025-07-01T16:24:47Z</cp:lastPrinted>
  <dcterms:created xsi:type="dcterms:W3CDTF">2025-06-30T15:01:42Z</dcterms:created>
  <dcterms:modified xsi:type="dcterms:W3CDTF">2026-05-08T02:45:11Z</dcterms:modified>
</cp:coreProperties>
</file>